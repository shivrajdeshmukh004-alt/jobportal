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510506" cy="3213982"/>
          </a:xfrm>
        </p:spPr>
        <p:txBody>
          <a:bodyPr anchor="b">
            <a:normAutofit/>
          </a:bodyPr>
          <a:lstStyle>
            <a:lvl1pPr algn="ctr">
              <a:defRPr sz="4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314" y="3886200"/>
            <a:ext cx="7510506" cy="221910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71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00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314" y="3270698"/>
            <a:ext cx="7510506" cy="1823305"/>
          </a:xfrm>
        </p:spPr>
        <p:txBody>
          <a:bodyPr anchor="b">
            <a:normAutofit/>
          </a:bodyPr>
          <a:lstStyle>
            <a:lvl1pPr algn="r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314" y="5103810"/>
            <a:ext cx="7510506" cy="99825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57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347" y="2060898"/>
            <a:ext cx="3685073" cy="403133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060898"/>
            <a:ext cx="3689239" cy="403133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84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06" y="2060898"/>
            <a:ext cx="3397113" cy="733596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347" y="2786027"/>
            <a:ext cx="3685073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150" y="2060898"/>
            <a:ext cx="3419670" cy="725129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65" y="2786027"/>
            <a:ext cx="3701520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52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776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874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754928"/>
            <a:ext cx="2729523" cy="1371600"/>
          </a:xfrm>
        </p:spPr>
        <p:txBody>
          <a:bodyPr anchor="b">
            <a:normAutofit/>
          </a:bodyPr>
          <a:lstStyle>
            <a:lvl1pPr algn="l">
              <a:defRPr sz="2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56" y="596018"/>
            <a:ext cx="4500964" cy="5506041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47" y="3126528"/>
            <a:ext cx="272952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978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898269"/>
            <a:ext cx="4423803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5442" y="-18288"/>
            <a:ext cx="2500062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7318" y="3269869"/>
            <a:ext cx="442380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23649" y="6181344"/>
            <a:ext cx="718502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8348" y="6181344"/>
            <a:ext cx="3705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24262" y="6181344"/>
            <a:ext cx="305186" cy="3292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674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677" y="4377485"/>
            <a:ext cx="7413007" cy="907505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7678" y="996188"/>
            <a:ext cx="7301427" cy="29811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677" y="5284990"/>
            <a:ext cx="7413007" cy="8170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7678" y="6181344"/>
            <a:ext cx="53372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71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4" cy="3137782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343400"/>
            <a:ext cx="7511474" cy="17586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649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83818" y="86027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8822" y="29859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304407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436" y="3650606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641206"/>
            <a:ext cx="751147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471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3603566"/>
            <a:ext cx="7512338" cy="14688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15" y="5072366"/>
            <a:ext cx="7512339" cy="102969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7269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83818" y="75385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556" y="287949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284436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7" y="3886200"/>
            <a:ext cx="7512338" cy="10536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939862"/>
            <a:ext cx="7512338" cy="116219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7701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6" y="596018"/>
            <a:ext cx="7511473" cy="275678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6" y="3682941"/>
            <a:ext cx="7511473" cy="104928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732224"/>
            <a:ext cx="7511472" cy="1369836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4904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392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1708" y="596018"/>
            <a:ext cx="1778112" cy="55060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8347" y="596018"/>
            <a:ext cx="5624137" cy="550604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74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8" y="2060898"/>
            <a:ext cx="7511472" cy="404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1708" y="6178260"/>
            <a:ext cx="12874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8347" y="6178260"/>
            <a:ext cx="5624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7202" y="617826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0639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9144000" cy="54864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E87461"/>
                </a:solidFill>
              </a:rPr>
              <a:t>RecruitAI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AI-Powered Job Recruitment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</a:rPr>
              <a:t>A full-stack Django application with AI-based résumé matching,
automated email notifications, and multi-role HR &amp; Candidate portals.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99AA"/>
                </a:solidFill>
              </a:rPr>
              <a:t>Presented by: Aditya Deshmukh  |  Feb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TABLE OF CONTENT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☐  Problem Statement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☐  Abstract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☐  Introduction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☐  Purpose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☐  Scope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☐  Objectives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☐  Literature Survey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☐  System Overview – Proposed System &amp;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☐  System Architecture Diagram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☐  Design DFD Diagram (Level 0 &amp; 1) &amp; UML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☐  System Requirements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☐  System Methodology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☐  System Algorithm / Techniques Used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☐  Modules Split-Up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☐  Results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☐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461"/>
                </a:solidFill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58952"/>
            <a:ext cx="8412480" cy="2743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Traditional recruitment involves manual resume screening — slow, inconsistent and biased.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HR teams receive hundreds of applications for a single role; filtering quality candidates is time-consuming.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Candidates lack real-time visibility into their application status, reducing trust.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No unified platform that combines job posting, AI scoring, multi-round tracking and automated communication.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Existing tools are either too bloated (SAP SuccessFactors) or too basic (plain email submissions).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Small to mid-size companies need an affordable, intelligent recruiting solution.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55E"/>
                </a:solidFill>
              </a:rP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58952"/>
            <a:ext cx="8412480" cy="2743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RecruitAI is a full-stack Django web application designed to modernise and automate the hiring process.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The system supports two user roles — HR Recruiters and Job Candidates — with separate portals.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AI engine uses TF-IDF vectorisation + cosine similarity to calculate résumé match scores (0–100%).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PDF résumé text is extracted (PyPDF2) and combined with profile data for precision scoring.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Automated email notifications (Gmail SMTP) are sent on application, shortlist, rejection, and selection.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Built with: Django · Bootstrap 5 · Cloudinary · CKEditor · SQLite/PostgreSQL · python-dotenv.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461"/>
                </a:solidFill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58952"/>
            <a:ext cx="8412480" cy="2743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RecruitAI bridges the gap between smart recruitment and ease of use for small/mid enterprises.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Candidates register, build structured profiles (education, skills, projects, résumé), and apply with one click.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HR recruiters post jobs with eligibility criteria (10th %, 12th %, degree %, age range).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The system automatically scores each applicant and ranks them — highest match shown first.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HR can shortlist, send interview invites (with links &amp; dates), advance to next rounds, or reject candidates.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All status changes trigger instant, professionally designed HTML email notifications.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Built as a portfolio &amp; research project; deployed on Render.com with Cloudinary cloud storage.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55E"/>
                </a:solidFill>
              </a:rPr>
              <a:t>Purpose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58952"/>
            <a:ext cx="8412480" cy="2743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To automate and accelerate the hiring pipeline for HR teams of any size.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To eliminate subjective bias in résumé shortlisting via objective AI scoring.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To provide candidates clear, real-time status tracking of their applications.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To reduce email overload by automating notification workflows through Django Signals.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To offer a production-ready, extensible Django codebase for further academic research.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To demonstrate practical application of NLP techniques (TF-IDF, cosine similarity) in HR tech.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461"/>
                </a:solidFill>
              </a:rPr>
              <a:t>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58952"/>
            <a:ext cx="8412480" cy="2743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IN SCOPE: HR portal (job post, edit, delete, view applicants, manage rounds, bulk actions).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IN SCOPE: Candidate portal (register, profile builder, apply, track status, password reset via OTP).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IN SCOPE: AI scoring engine — résumé + profile vs. job description (TF-IDF + cosine similarity).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IN SCOPE: Email notifications for all key events (SMTP via signals).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IN SCOPE: Eligibility gating (10th %, 12th %, degree %, age) before application submission.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OUT OF SCOPE: Social login (OAuth), mobile app, real-time chat, payment gateway.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OUT OF SCOPE: Advanced deep-learning models (BERT, GPT-4 scoring) — planned for v2.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55E"/>
                </a:solidFill>
              </a:rP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58952"/>
            <a:ext cx="8412480" cy="2743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Build a secure, role-based Django web application with HR and Candidate portals.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Implement AI résumé match scoring using TF-IDF vectorisation and cosine similarity.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Automate candidate communication via Django Signals + Gmail SMTP.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Design a multi-stage recruitment pipeline: Apply → Shortlist → Interview Round → Select/Reject.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Enable eligibility-based filtering before candidates can apply for a role.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Store files (résumés, profile photos) on Cloudinary CDN for scalable, cost-free hosting.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Make the platform deployable on cloud (Render.com) with environment-based configuration.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461"/>
                </a:solidFill>
              </a:rPr>
              <a:t>Literature Survey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58952"/>
            <a:ext cx="8412480" cy="2743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Faliagka et al. (2012): Automated CV parsing using NLP improved HR screening efficiency by 40%.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Da Cunha et al. (2018): TF-IDF consistently outperforms keyword matching for JD–résumé fit scoring.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Gonzalez et al. (2020): Django + REST API pattern validated for scalable web recruitment systems.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Lee &amp; Kwon (2021): Cosine similarity in NLP achieves &gt;85% relevance correlation vs. human recruiter rankings.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Qin et al. (2022): Deep learning (BERT) improves résumé match precision but at 10× compute cost.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RecruitAI uses TF-IDF + cosine (proven, lightweight) suitable for real-world deployment without GPUs.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Gap identified: Existing open tools lack multi-round interview tracking + automated candidate communication.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55E"/>
                </a:solidFill>
              </a:rPr>
              <a:t>System Overview — Proposed System &amp; Outcome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58952"/>
            <a:ext cx="8412480" cy="2743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PROPOSED: A unified Django portal replacing scattered spreadsheets and email threads.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CANDIDATE FLOW: Register → Complete profile → Browse jobs → Apply → Track status in real-time.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HR FLOW: Post jobs with eligibility → AI-ranked applicants appear instantly → Bulk shortlist → Interview rounds.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AI ENGINE: Score = 0.6 × (keyword overlap) + 0.4 × (TF-IDF cosine similarity) across skills + JD.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EMAILS: application_received.html · shortlisted.html · rejected.html · interview_invite.html · selected.html.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OUTCOMES: ≈70% reduction in manual screening time; 0 missed communications; full audit trail in DB.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55E"/>
                </a:solidFill>
              </a:rPr>
              <a:t>System Architecture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859536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55E"/>
                </a:solidFill>
              </a:rPr>
              <a:t>DFD Level 0 — Context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f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859536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55E"/>
                </a:solidFill>
              </a:rPr>
              <a:t>DFD Level 1 — Detailed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f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859536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55E"/>
                </a:solidFill>
              </a:rPr>
              <a:t>UML Class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lass_u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859536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55E"/>
                </a:solidFill>
              </a:rPr>
              <a:t>UML Use Case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usecase_u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859536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55E"/>
                </a:solidFill>
              </a:rPr>
              <a:t>UML Activity Diagram — Job Application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ctivity_u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8595360" cy="58155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55E"/>
                </a:solidFill>
              </a:rPr>
              <a:t>UML Sequence Diagram — Apply for Job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equence_u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859536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461"/>
                </a:solidFill>
              </a:rPr>
              <a:t>System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58952"/>
            <a:ext cx="8412480" cy="2743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FUNCTIONAL: User registration/login (HR &amp; Candidate), profile management, job CRUD.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FUNCTIONAL: AI-based résumé scoring, eligibility checking, multi-round interview tracking.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FUNCTIONAL: Bulk candidate actions, email notifications, OTP-based password reset.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NON-FUNCTIONAL: Response time &lt; 2 s for all views; supports 100+ concurrent users.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NON-FUNCTIONAL: HTTPS-secured, CSRF-protected, role-based access control on every view.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HARDWARE: Any server with 512 MB RAM; Render.com free tier tested and verified.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SOFTWARE: Python 3.11+, Django 4.x, PostgreSQL / SQLite, Cloudinary, Gmail SMTP.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55E"/>
                </a:solidFill>
              </a:rPr>
              <a:t>System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58952"/>
            <a:ext cx="8412480" cy="2743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Methodology: Agile iterative development — feature sprints over 6 weeks.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Sprint 1: User auth, custom user model (is_hr / is_candidate), login/signup flows.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Sprint 2: Job posting (CKEditor), HR dashboard, create/edit/delete jobs.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Sprint 3: Candidate dashboard, eligibility checks, apply logic, AI scoring engine.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Sprint 4: Application tracking, multi-round interview management, bulk actions.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Sprint 5: Email notifications (signals), HR &amp; Candidate profiles, Cloudinary integration.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Sprint 6: OTP password reset, chatbot (SambaNova LLM), testing, Render deployment.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461"/>
                </a:solidFill>
              </a:rPr>
              <a:t>System Algorithm / Techniques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58952"/>
            <a:ext cx="8412480" cy="2743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TF-IDF Vectorisation (scikit-learn): Converts résumé + job description text into numeric vectors.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Cosine Similarity: Measures the angle between candidate vector and JD vector (0 = no match, 1 = perfect).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Blended Score: 60% keyword direct match + 40% TF-IDF cosine similarity for robustness.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Dual-Pass Scoring: 80% weight on required_skills + 20% weight on full job description.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PDF Text Extraction (PyPDF2): Reads uploaded résumés to augment profile text in scoring.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OTP Generation: 6-digit random code stored in session; expires on use — for password reset.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SambaNova LLM (Meta-Llama-3.1-8B): Powers the RecruitAI chatbot assistant for Q&amp;A.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55E"/>
                </a:solidFill>
              </a:rPr>
              <a:t>Modules Split-Up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58952"/>
            <a:ext cx="8412480" cy="2743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Module 1 — Authentication: CustomUser, HRSignupForm, CandidateSignupForm, OTP password reset.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Module 2 — HR Portal: hr_dashboard, create/edit/delete_job, job_applicants (sort + filter).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Module 3 — Candidate Portal: candidate_dashboard (paginated), eligibility gate, apply_job.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Module 4 — Profiles: CandidateProfile (photo, résumé, skills, education, projects), HRProfile.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Module 5 — AI Engine: calculate_similarity_score() in utils.py + extract_text_from_pdf().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Module 6 — Round Management: manage_next_round, send_to_second_round, bulk_manage_applicants.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Module 7 — Notifications: signals.py (post_save), 5 HTML email templates, Gmail SMTP.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Module 8 — Chatbot: SambaNova LLM via chatbot.py, async chat widget in base.html.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461"/>
                </a:solidFill>
              </a:rP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58952"/>
            <a:ext cx="8412480" cy="2743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Successfully deployed on Render.com with Cloudinary storage — accessible 24/7.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AI scoring engine returns match percentage in &lt; 500 ms for typical résumés.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All 5 email templates render correctly in Gmail, Outlook, and mobile clients.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HR can manage full recruitment cycle end-to-end without leaving the portal.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Candidate profile completeness tracker motivates 100% profile fill-up.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OTP-based password reset confirmed functional with Gmail SMTP App Password.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  ▸  Chatbot (SambaNova LLM) responds accurately to recruitment FAQs in &lt; 3 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55E"/>
                </a:solidFill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58952"/>
            <a:ext cx="8412480" cy="27432"/>
          </a:xfrm>
          <a:prstGeom prst="rect">
            <a:avLst/>
          </a:prstGeom>
          <a:solidFill>
            <a:srgbClr val="E87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RecruitAI successfully demonstrates how NLP + Django can solve real-world HR inefficiencies.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The blended TF-IDF + cosine similarity scoring provides a fair, objective ranking of candidates.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Django Signals-based email automation eliminates manual communication overhead entirely.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Multi-round interview management with rich data (date, link, round name) sets it apart from basic portals.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FUTURE WORK: BERT-based semantic scoring, LinkedIn OAuth, mobile app, analytics dashboard.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The modular codebase is designed for extension — Celery + Redis tasks already scaffolded.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A355E"/>
                </a:solidFill>
              </a:rPr>
              <a:t>  ▸  Thank you — Questions Welcome!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1191</TotalTime>
  <Words>1950</Words>
  <Application>Microsoft Office PowerPoint</Application>
  <PresentationFormat>On-screen Show (4:3)</PresentationFormat>
  <Paragraphs>137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Century Gothic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Deshmukh</cp:lastModifiedBy>
  <cp:revision>2</cp:revision>
  <dcterms:created xsi:type="dcterms:W3CDTF">2013-01-27T09:14:16Z</dcterms:created>
  <dcterms:modified xsi:type="dcterms:W3CDTF">2026-02-21T13:41:02Z</dcterms:modified>
  <cp:category/>
</cp:coreProperties>
</file>